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35203-DAAF-FD14-4084-1EA1AE0C9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1F154-1107-C060-C7E0-3D98FC525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FFEDE-F740-FD84-4613-11C7A5EA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3F46-8F32-E84F-8460-5839D9492F9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C322C-CBCA-262F-2941-77C60D62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CE1BF-FCA8-FBB9-9CEA-23DF0366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CDC8-5C7E-CB41-B09D-DDACA427F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3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14C1-7213-0B0F-4948-26C8280CD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0B459-4DBE-1578-E92D-168C283B4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E6BC-C76E-4E80-9F46-EC52F634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3F46-8F32-E84F-8460-5839D9492F9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22311-FAF5-C4FD-AFCF-38E6BA01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61002-0BF8-78AA-A4CB-9EB0DB9A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CDC8-5C7E-CB41-B09D-DDACA427F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500CB-33C8-5C5D-D3E0-F430C1A36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D43FC-D037-8F8C-70E3-88A7D344C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FD8DA-63B5-0F0C-5A81-9E2691A86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3F46-8F32-E84F-8460-5839D9492F9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69ABD-4CC9-5382-6B7F-9D677E56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3D646-CADC-3816-6126-23E165C4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CDC8-5C7E-CB41-B09D-DDACA427F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EB58-ED6B-C57A-73D2-ADCD3B18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8B7A5-95BB-601C-4903-6461CE843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F6EB33-2558-EA82-8598-7C8D3B864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6FC35-84D0-0411-CEC9-2662370B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3F46-8F32-E84F-8460-5839D9492F9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6A7D9-2984-93C3-27F8-5C3F908C6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4EE0F-A445-E156-05F0-DFACB9B8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CDC8-5C7E-CB41-B09D-DDACA427F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903B9-3C18-FAA6-C3AF-5CF65CB1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4FC11-E884-C26E-C1F8-32213F4B5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74A51-644F-22FA-C7B6-1A7586899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C358E-6B51-8536-0BAF-ED68953F6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67DC64-9927-DFD2-F85A-F4C3D782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B99DB5-1F82-0305-9523-6EC28BFA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3F46-8F32-E84F-8460-5839D9492F9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7681D3-826D-DFCA-3DCB-F7339A891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D10C09-36A1-2852-C9E4-49949252A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CDC8-5C7E-CB41-B09D-DDACA427F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7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6565-9BAD-579C-9C4D-5B9AA6C6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D75666-7134-314D-533B-8BB285A72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3F46-8F32-E84F-8460-5839D9492F9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B28D2-6822-DF03-565F-B1667E35E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76717-6A13-CD85-D3AD-A7D358D5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CDC8-5C7E-CB41-B09D-DDACA427F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8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DFA651-420D-6C2E-61E3-A2EB5E777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3F46-8F32-E84F-8460-5839D9492F9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ACDE15-BEFD-8464-94C3-7B07538B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EBD14-0C75-81C4-415F-23FE72B0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CDC8-5C7E-CB41-B09D-DDACA427F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77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9354-782E-5DE3-6A79-971B13B6F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44989-A64E-B19C-7570-1CCE08917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4F666B-FE03-882E-7A7C-737D0A20C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12603-A947-311F-943A-71513D018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3F46-8F32-E84F-8460-5839D9492F9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EE373-0C35-ECEF-0446-7A9595AE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8C312-394A-F3D4-A253-ABFD7480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CDC8-5C7E-CB41-B09D-DDACA427F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6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7F91-AB00-B700-425B-75F6F800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E1EDC3-E21C-46E1-A117-5DCB65DA6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E9C32-C57D-3C39-BEE0-11FDA0B01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16F0F-20C1-E3FD-BB65-E15D44D9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3F46-8F32-E84F-8460-5839D9492F9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A0F02-4D09-09D6-81FD-DE1A16F32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19C66-055D-A724-06BC-ACE3CBEB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CDC8-5C7E-CB41-B09D-DDACA427F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8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A88D-4660-2FEC-4A9E-1280D925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1D27C-4E7C-C69E-9B91-5C3210F21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0A338-3645-BDF0-78BE-F5A28F149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3F46-8F32-E84F-8460-5839D9492F9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5C9EE-79F4-BA0F-2C3C-7E6CE5E57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89C13-9CD8-E274-39EB-0556C382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CDC8-5C7E-CB41-B09D-DDACA427F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28935-F986-B1D9-98E3-1DD9100C0B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1375C-7726-6DF4-44D4-D5B8C55ED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79889-2C31-DAAD-B865-A78E3A869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3F46-8F32-E84F-8460-5839D9492F9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FF1CB-3925-939E-AF96-7310C1B9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06730-F9E2-5763-4B3E-A3300738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CDC8-5C7E-CB41-B09D-DDACA427F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83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A51819-3C53-89AC-A4DA-04274A8E3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6DF83-EC52-CFB9-974B-02301D375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C1861-E188-6A78-D18A-1EAE9F1AA2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D3F46-8F32-E84F-8460-5839D9492F9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0B49F-3535-32E9-6295-3FB343690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E3010-6818-8A8E-0E59-7E42350FD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CCDC8-5C7E-CB41-B09D-DDACA427F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6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EDA43-2C2D-0233-E3A9-6C2E28AF3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310" y="252248"/>
            <a:ext cx="11519338" cy="6295697"/>
          </a:xfrm>
        </p:spPr>
        <p:txBody>
          <a:bodyPr>
            <a:normAutofit fontScale="90000"/>
          </a:bodyPr>
          <a:lstStyle/>
          <a:p>
            <a:r>
              <a:rPr lang="en-US" sz="1600" dirty="0"/>
              <a:t>Title: Sample LLM Information File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Overview:</a:t>
            </a:r>
            <a:br>
              <a:rPr lang="en-US" sz="1600" dirty="0"/>
            </a:br>
            <a:r>
              <a:rPr lang="en-US" sz="1600" dirty="0"/>
              <a:t>Large Language Models (LLMs) are neural network–based systems trained on vast corpora of text. </a:t>
            </a:r>
            <a:br>
              <a:rPr lang="en-US" sz="1600" dirty="0"/>
            </a:br>
            <a:r>
              <a:rPr lang="en-US" sz="1600" dirty="0"/>
              <a:t>They learn statistical patterns in language and are capable of generating human-like responses, </a:t>
            </a:r>
            <a:br>
              <a:rPr lang="en-US" sz="1600" dirty="0"/>
            </a:br>
            <a:r>
              <a:rPr lang="en-US" sz="1600" dirty="0"/>
              <a:t>answering questions, summarizing text, translating languages, and more.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Key Characteristics:</a:t>
            </a:r>
            <a:br>
              <a:rPr lang="en-US" sz="1600" dirty="0"/>
            </a:br>
            <a:r>
              <a:rPr lang="en-US" sz="1600" dirty="0"/>
              <a:t>- Model Type: Transformer-based architecture</a:t>
            </a:r>
            <a:br>
              <a:rPr lang="en-US" sz="1600" dirty="0"/>
            </a:br>
            <a:r>
              <a:rPr lang="en-US" sz="1600" dirty="0"/>
              <a:t>- Training Data: Mixture of books, articles, web data, and curated datasets</a:t>
            </a:r>
            <a:br>
              <a:rPr lang="en-US" sz="1600" dirty="0"/>
            </a:br>
            <a:r>
              <a:rPr lang="en-US" sz="1600" dirty="0"/>
              <a:t>- Capabilities:</a:t>
            </a:r>
            <a:br>
              <a:rPr lang="en-US" sz="1600" dirty="0"/>
            </a:br>
            <a:r>
              <a:rPr lang="en-US" sz="1600" dirty="0"/>
              <a:t>  * Natural language understanding</a:t>
            </a:r>
            <a:br>
              <a:rPr lang="en-US" sz="1600" dirty="0"/>
            </a:br>
            <a:r>
              <a:rPr lang="en-US" sz="1600" dirty="0"/>
              <a:t>  * Text generation</a:t>
            </a:r>
            <a:br>
              <a:rPr lang="en-US" sz="1600" dirty="0"/>
            </a:br>
            <a:r>
              <a:rPr lang="en-US" sz="1600" dirty="0"/>
              <a:t>  * Code generation</a:t>
            </a:r>
            <a:br>
              <a:rPr lang="en-US" sz="1600" dirty="0"/>
            </a:br>
            <a:r>
              <a:rPr lang="en-US" sz="1600" dirty="0"/>
              <a:t>  * Reasoning and analysis</a:t>
            </a:r>
            <a:br>
              <a:rPr lang="en-US" sz="1600" dirty="0"/>
            </a:br>
            <a:r>
              <a:rPr lang="en-US" sz="1600" dirty="0"/>
              <a:t>  * Conversation and dialogue handling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Limitations:</a:t>
            </a:r>
            <a:br>
              <a:rPr lang="en-US" sz="1600" dirty="0"/>
            </a:br>
            <a:r>
              <a:rPr lang="en-US" sz="1600" dirty="0"/>
              <a:t>- May generate incorrect or fabricated information (hallucinations)</a:t>
            </a:r>
            <a:br>
              <a:rPr lang="en-US" sz="1600" dirty="0"/>
            </a:br>
            <a:r>
              <a:rPr lang="en-US" sz="1600" dirty="0"/>
              <a:t>- Lacks true understanding or consciousness</a:t>
            </a:r>
            <a:br>
              <a:rPr lang="en-US" sz="1600" dirty="0"/>
            </a:br>
            <a:r>
              <a:rPr lang="en-US" sz="1600" dirty="0"/>
              <a:t>- Knowledge may be limited by training cutoff</a:t>
            </a:r>
            <a:br>
              <a:rPr lang="en-US" sz="1600" dirty="0"/>
            </a:br>
            <a:r>
              <a:rPr lang="en-US" sz="1600" dirty="0"/>
              <a:t>- Can reflect biases present in training data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Applications:</a:t>
            </a:r>
            <a:br>
              <a:rPr lang="en-US" sz="1600" dirty="0"/>
            </a:br>
            <a:r>
              <a:rPr lang="en-US" sz="1600" dirty="0"/>
              <a:t>- Chatbots and virtual assistants</a:t>
            </a:r>
            <a:br>
              <a:rPr lang="en-US" sz="1600" dirty="0"/>
            </a:br>
            <a:r>
              <a:rPr lang="en-US" sz="1600" dirty="0"/>
              <a:t>- Educational tools and tutoring</a:t>
            </a:r>
            <a:br>
              <a:rPr lang="en-US" sz="1600" dirty="0"/>
            </a:br>
            <a:r>
              <a:rPr lang="en-US" sz="1600" dirty="0"/>
              <a:t>- Content generation and editing</a:t>
            </a:r>
            <a:br>
              <a:rPr lang="en-US" sz="1600" dirty="0"/>
            </a:br>
            <a:r>
              <a:rPr lang="en-US" sz="1600" dirty="0"/>
              <a:t>- Customer support automation</a:t>
            </a:r>
            <a:br>
              <a:rPr lang="en-US" sz="1600" dirty="0"/>
            </a:br>
            <a:r>
              <a:rPr lang="en-US" sz="1600" dirty="0"/>
              <a:t>- Programming assistance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End of File</a:t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5331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197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Title: Sample LLM Information File  Overview: Large Language Models (LLMs) are neural network–based systems trained on vast corpora of text.  They learn statistical patterns in language and are capable of generating human-like responses,  answering questions, summarizing text, translating languages, and more.  Key Characteristics: - Model Type: Transformer-based architecture - Training Data: Mixture of books, articles, web data, and curated datasets - Capabilities:   * Natural language understanding   * Text generation   * Code generation   * Reasoning and analysis   * Conversation and dialogue handling  Limitations: - May generate incorrect or fabricated information (hallucinations) - Lacks true understanding or consciousness - Knowledge may be limited by training cutoff - Can reflect biases present in training data  Applications: - Chatbots and virtual assistants - Educational tools and tutoring - Content generation and editing - Customer support automation - Programming assistance  End of File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Susum R</dc:creator>
  <cp:lastModifiedBy>Susum R</cp:lastModifiedBy>
  <cp:revision>1</cp:revision>
  <dcterms:created xsi:type="dcterms:W3CDTF">2025-12-10T14:43:05Z</dcterms:created>
  <dcterms:modified xsi:type="dcterms:W3CDTF">2025-12-10T14:44:45Z</dcterms:modified>
</cp:coreProperties>
</file>